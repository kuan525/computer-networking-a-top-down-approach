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2021/2/20</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370944" y="5997421"/>
            <a:ext cx="6345382" cy="369332"/>
          </a:xfrm>
          <a:prstGeom prst="rect">
            <a:avLst/>
          </a:prstGeom>
          <a:noFill/>
        </p:spPr>
        <p:txBody>
          <a:bodyPr wrap="square" rtlCol="0">
            <a:spAutoFit/>
          </a:bodyPr>
          <a:lstStyle/>
          <a:p>
            <a:r>
              <a:rPr lang="zh-CN" altLang="en-US" dirty="0"/>
              <a:t>分组交换与电路交换的对比见网络或者数</a:t>
            </a:r>
            <a:r>
              <a:rPr lang="en-US" altLang="zh-CN" dirty="0"/>
              <a:t>P21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7924800" y="5911273"/>
            <a:ext cx="3731491" cy="523220"/>
          </a:xfrm>
          <a:prstGeom prst="rect">
            <a:avLst/>
          </a:prstGeom>
          <a:noFill/>
        </p:spPr>
        <p:txBody>
          <a:bodyPr wrap="square" rtlCol="0">
            <a:spAutoFit/>
          </a:bodyPr>
          <a:lstStyle/>
          <a:p>
            <a:r>
              <a:rPr lang="zh-CN" altLang="en-US" sz="2000" b="1" dirty="0"/>
              <a:t>详细位于</a:t>
            </a:r>
            <a:r>
              <a:rPr lang="en-US" altLang="zh-CN" sz="2800" b="1" dirty="0"/>
              <a:t>P</a:t>
            </a:r>
            <a:r>
              <a:rPr lang="en-US" altLang="zh-CN" dirty="0"/>
              <a:t>22</a:t>
            </a:r>
            <a:endParaRPr lang="zh-CN" altLang="en-US" sz="2800" dirty="0"/>
          </a:p>
        </p:txBody>
      </p:sp>
    </p:spTree>
    <p:extLst>
      <p:ext uri="{BB962C8B-B14F-4D97-AF65-F5344CB8AC3E}">
        <p14:creationId xmlns:p14="http://schemas.microsoft.com/office/powerpoint/2010/main" val="1666192743"/>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1389</TotalTime>
  <Words>1579</Words>
  <Application>Microsoft Office PowerPoint</Application>
  <PresentationFormat>宽屏</PresentationFormat>
  <Paragraphs>66</Paragraphs>
  <Slides>10</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10</vt:i4>
      </vt:variant>
    </vt:vector>
  </HeadingPairs>
  <TitlesOfParts>
    <vt:vector size="14"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28</cp:revision>
  <dcterms:created xsi:type="dcterms:W3CDTF">2021-02-19T02:08:25Z</dcterms:created>
  <dcterms:modified xsi:type="dcterms:W3CDTF">2021-02-20T13:18:36Z</dcterms:modified>
</cp:coreProperties>
</file>